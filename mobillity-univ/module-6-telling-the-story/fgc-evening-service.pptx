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FGC Evening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Weekday evening, 20:00-24:00 - prepared for the transport authority.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Evening service is uneven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Riders on the thinner-served lines wait far longer for a train than riders on the core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The gap is large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The best line runs every 6 minutes; the worst waits 240 minutes between trains - 40 times longer.</a:t>
            </a:r>
          </a:p>
        </p:txBody>
      </p:sp>
      <p:pic>
        <p:nvPicPr>
          <p:cNvPr id="4" name="Picture 3" descr="fgc-evening-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73152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Six lines are barely 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R53, S3, S4, R5, R6 and RL1 wait two hours or more between evening trains.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The imbalance is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The best line runs 20 trains an hour; the worst runs one every two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563EB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Add evening trips on the lines waiting two hours or more, then re-check after the next timetable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