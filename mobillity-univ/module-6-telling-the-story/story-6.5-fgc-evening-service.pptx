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563EB"/>
                </a:solidFill>
              </a:rPr>
              <a:t>FGC Evening Service Frequency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/>
              <a:t>Weekday evening, 20:00-24:00. Prepared for the transport authority.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563EB"/>
                </a:solidFill>
              </a:rPr>
              <a:t>The bottom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/>
              <a:t>Evening service is uneven — riders on the thinner-served lines wait far longer for a train than riders on the core network.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563EB"/>
                </a:solidFill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/>
              <a:t>Minutes between evening trains, by line.</a:t>
            </a:r>
          </a:p>
        </p:txBody>
      </p:sp>
      <p:pic>
        <p:nvPicPr>
          <p:cNvPr id="4" name="Picture 3" descr="story-6.5-evening-frequ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77440"/>
            <a:ext cx="7315200" cy="4064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563EB"/>
                </a:solidFill>
              </a:rPr>
              <a:t>The gap is large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/>
              <a:t>The best-served line runs every 6 minutes; the worst waits 240 minutes — 40 times longer.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563EB"/>
                </a:solidFill>
              </a:rPr>
              <a:t>Who is affected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/>
              <a:t>Six lines wait two hours or more between evening trains: R53, S3, S4, R5, R6 and RL1.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563EB"/>
                </a:solidFill>
              </a:rPr>
              <a:t>What it means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/>
              <a:t>Riders on the outer rail lines face far longer evening waits than the core metro network.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563EB"/>
                </a:solidFill>
              </a:rPr>
              <a:t>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/>
              <a:t>Add evening trips on the lines waiting two hours or more, then re-check after the next timetable change.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